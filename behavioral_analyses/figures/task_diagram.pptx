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594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0"/>
  </p:normalViewPr>
  <p:slideViewPr>
    <p:cSldViewPr snapToGrid="0">
      <p:cViewPr varScale="1">
        <p:scale>
          <a:sx n="104" d="100"/>
          <a:sy n="104" d="100"/>
        </p:scale>
        <p:origin x="2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1197187"/>
            <a:ext cx="5052060" cy="2546773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3842174"/>
            <a:ext cx="4457700" cy="1766146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281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481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823722"/>
            <a:ext cx="5126355" cy="3042919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4895429"/>
            <a:ext cx="5126355" cy="1600199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947333"/>
            <a:ext cx="252603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947333"/>
            <a:ext cx="252603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89468"/>
            <a:ext cx="5126355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793241"/>
            <a:ext cx="2514421" cy="87883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2672080"/>
            <a:ext cx="2514421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793241"/>
            <a:ext cx="2526804" cy="878839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2672080"/>
            <a:ext cx="2526804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70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4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04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87680"/>
            <a:ext cx="1916966" cy="170688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1053255"/>
            <a:ext cx="3008948" cy="5198533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194560"/>
            <a:ext cx="1916966" cy="4065694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1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487680"/>
            <a:ext cx="1916966" cy="1706880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1053255"/>
            <a:ext cx="3008948" cy="5198533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2194560"/>
            <a:ext cx="1916966" cy="4065694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330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84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389467"/>
            <a:ext cx="1281589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389467"/>
            <a:ext cx="3770471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64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389468"/>
            <a:ext cx="5126355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947333"/>
            <a:ext cx="5126355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6780108"/>
            <a:ext cx="13373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784E2-D93D-8843-88D6-A8DF68C0281E}" type="datetimeFigureOut">
              <a:rPr lang="en-US" smtClean="0"/>
              <a:t>6/26/25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6780108"/>
            <a:ext cx="2005965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6780108"/>
            <a:ext cx="133731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903F3-141F-E141-9363-14BB5ABD2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983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uple of people&#10;&#10;AI-generated content may be incorrect.">
            <a:extLst>
              <a:ext uri="{FF2B5EF4-FFF2-40B4-BE49-F238E27FC236}">
                <a16:creationId xmlns:a16="http://schemas.microsoft.com/office/drawing/2014/main" id="{9C3B7CB2-DA02-4B16-7AC3-8C9EA2CF8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76738"/>
            <a:ext cx="5638800" cy="636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29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 (Jen) Yang</dc:creator>
  <cp:lastModifiedBy>Yi (Jen) Yang</cp:lastModifiedBy>
  <cp:revision>1</cp:revision>
  <dcterms:created xsi:type="dcterms:W3CDTF">2025-06-26T22:08:51Z</dcterms:created>
  <dcterms:modified xsi:type="dcterms:W3CDTF">2025-06-26T22:09:56Z</dcterms:modified>
</cp:coreProperties>
</file>