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6"/>
    <p:restoredTop sz="90472"/>
  </p:normalViewPr>
  <p:slideViewPr>
    <p:cSldViewPr snapToGrid="0">
      <p:cViewPr>
        <p:scale>
          <a:sx n="168" d="100"/>
          <a:sy n="168" d="100"/>
        </p:scale>
        <p:origin x="144" y="-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7A1B-B21F-C9AC-CCBD-E7616C92F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E6F6B-8AEB-AB6A-3652-D2A4AC498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DFE1-FBE1-3F23-A47D-058F562F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C983-49ED-53FC-C3C4-4D016E43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6FD9C-824D-E99E-49B9-2A066120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DA8A-9E83-CF3C-72FD-401FDC13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02D3C-CDC8-95A7-9204-36CAA9E8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EC97B-01AE-D71B-58EB-1A88206E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0875E-2FD1-AF35-5453-1F341428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B139E-3B8C-C983-FE5D-A2BBC838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2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1823-D0F5-10A2-B740-50423D38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7CDA4-BB54-6841-140F-17AAD73DF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8E3C-B556-5371-B888-D20F99087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DEDFA-BBE1-FA23-6CD4-F8A54044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FD5E-4627-B702-3E5E-08367307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1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0276-79B3-68A1-8DFF-B02A16D0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479C-0A1A-4604-C84C-440F60E5D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2F11F-AEE1-0D17-B19D-3185ACAB2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4CE8A-2E97-50CD-65D2-50F3138D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B5040-E36D-3B29-443C-1E754E4A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D30B4-EFB2-E12B-4355-8D9B841C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4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498F-4AA6-4A0E-51FC-F78F5DDB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9A06-57D2-045A-22D4-8847E8A7E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2CCF3-A76B-EE29-1758-BECAC918B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23A87-F68B-39B1-85DD-68B5B87A6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FF1B2-D00D-D834-488F-480B28B68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36F0-D71B-7AE1-746D-51C737A3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C86FC-1E16-63C9-E9AF-2BC0C33D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492F6-4CA4-3FD6-0F29-B12E0970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5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1031-EFCD-159C-E5B5-DC43B43CC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D9FB78-6E07-6FC3-8C8F-B65E1A3F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336AD-E050-61CE-76FD-0E3A371B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58D7C-E7CD-2B0C-88C7-8A5CFCF5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9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A01DC-6ACC-F815-8CBE-124171E2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D7E4-1670-68FD-046A-D0945653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59950-30D1-98BA-E007-98DA56DB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1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01CE-8774-BC05-5A7F-DB09804F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9A94F-F535-D161-0129-A970715F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17F21-B4CE-F329-EAA6-B91D48613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8C4B0-F1D5-B76A-FD58-1CCC8F12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687DE-8999-425C-B68E-71C1699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7F98F-446D-D16F-D1F3-5495E853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9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98AE-0C11-AF7F-E83F-2FD092D6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DF792-B7CD-8764-8D88-8F43587BE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51708-064E-F8DA-6742-71F16E5EC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77378-D7FE-15C3-7EAD-BA9669A17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2BA5-E7AF-3B3A-BCAD-7060C868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B7733-1D6B-506C-A88B-8A613E44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5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48B2-E27A-B3E3-08A2-388EED44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151EF-DB1D-64C0-3F03-064723F50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B782-516E-003D-BBB4-978A3128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CB19-9FE7-F1CB-DF49-BB96A712D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74B6D-8501-170C-8FD5-F835838D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9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D47F3-F058-B1C5-D290-33114BF03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70BFF-FEDC-069F-5567-4AA13023B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4982-6EDC-DB87-AA30-B3FC15B1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61751-EB2E-01D6-11F5-267766C5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145AC-A475-0F38-A771-F2BFB535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2D769-00BD-4017-6598-02102CCA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987E8-A1E6-38AA-078F-61EB6843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B06D-8F1C-3623-CFE9-37AF66883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67977-EFFD-3449-8232-7B943C43FD6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E8BB6-3C6F-8462-09DD-C8B9B261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54E8-0E64-42C0-B86D-B20CAF5F5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6036B-B8A2-414D-8008-EC79C4BEA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7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09352BF-AB55-CD44-66CF-BD50D0B8101B}"/>
              </a:ext>
            </a:extLst>
          </p:cNvPr>
          <p:cNvGrpSpPr/>
          <p:nvPr/>
        </p:nvGrpSpPr>
        <p:grpSpPr>
          <a:xfrm>
            <a:off x="7945129" y="514353"/>
            <a:ext cx="3098800" cy="6160767"/>
            <a:chOff x="7945129" y="514353"/>
            <a:chExt cx="3098800" cy="6160767"/>
          </a:xfrm>
        </p:grpSpPr>
        <p:pic>
          <p:nvPicPr>
            <p:cNvPr id="5" name="Picture 4" descr="A graph with blue lines and white text&#10;&#10;AI-generated content may be incorrect.">
              <a:extLst>
                <a:ext uri="{FF2B5EF4-FFF2-40B4-BE49-F238E27FC236}">
                  <a16:creationId xmlns:a16="http://schemas.microsoft.com/office/drawing/2014/main" id="{4ED21569-8588-C0CF-D581-AD92BB099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83" b="2566"/>
            <a:stretch>
              <a:fillRect/>
            </a:stretch>
          </p:blipFill>
          <p:spPr>
            <a:xfrm>
              <a:off x="7945129" y="3086100"/>
              <a:ext cx="3098800" cy="3589020"/>
            </a:xfrm>
            <a:prstGeom prst="rect">
              <a:avLst/>
            </a:prstGeom>
          </p:spPr>
        </p:pic>
        <p:pic>
          <p:nvPicPr>
            <p:cNvPr id="16" name="Picture 15" descr="A close-up of a brain&#10;&#10;AI-generated content may be incorrect.">
              <a:extLst>
                <a:ext uri="{FF2B5EF4-FFF2-40B4-BE49-F238E27FC236}">
                  <a16:creationId xmlns:a16="http://schemas.microsoft.com/office/drawing/2014/main" id="{38D650EA-3246-A68F-0C1F-61DFD13C4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457" t="10580" b="44235"/>
            <a:stretch>
              <a:fillRect/>
            </a:stretch>
          </p:blipFill>
          <p:spPr>
            <a:xfrm>
              <a:off x="8449381" y="1484858"/>
              <a:ext cx="1744148" cy="1675984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9689F6B-6A99-E535-9177-112DAC3886D7}"/>
                </a:ext>
              </a:extLst>
            </p:cNvPr>
            <p:cNvGrpSpPr/>
            <p:nvPr/>
          </p:nvGrpSpPr>
          <p:grpSpPr>
            <a:xfrm>
              <a:off x="8395854" y="514353"/>
              <a:ext cx="2531679" cy="956148"/>
              <a:chOff x="8395854" y="514353"/>
              <a:chExt cx="2531679" cy="95614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D61AEA9-AC21-1581-7918-1AA28346CF7E}"/>
                  </a:ext>
                </a:extLst>
              </p:cNvPr>
              <p:cNvGrpSpPr/>
              <p:nvPr/>
            </p:nvGrpSpPr>
            <p:grpSpPr>
              <a:xfrm>
                <a:off x="8502474" y="528710"/>
                <a:ext cx="2336059" cy="927433"/>
                <a:chOff x="831958" y="330200"/>
                <a:chExt cx="8601328" cy="3414793"/>
              </a:xfrm>
            </p:grpSpPr>
            <p:pic>
              <p:nvPicPr>
                <p:cNvPr id="12" name="Picture 11" descr="A group of blue and white brain images&#10;&#10;AI-generated content may be incorrect.">
                  <a:extLst>
                    <a:ext uri="{FF2B5EF4-FFF2-40B4-BE49-F238E27FC236}">
                      <a16:creationId xmlns:a16="http://schemas.microsoft.com/office/drawing/2014/main" id="{5445883F-54E9-499C-E520-9EB054895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11299" b="48192"/>
                <a:stretch>
                  <a:fillRect/>
                </a:stretch>
              </p:blipFill>
              <p:spPr>
                <a:xfrm>
                  <a:off x="3520900" y="650929"/>
                  <a:ext cx="5912386" cy="2778072"/>
                </a:xfrm>
                <a:prstGeom prst="rect">
                  <a:avLst/>
                </a:prstGeom>
              </p:spPr>
            </p:pic>
            <p:pic>
              <p:nvPicPr>
                <p:cNvPr id="13" name="Picture 12" descr="A group of blue and white brain images&#10;&#10;AI-generated content may be incorrect.">
                  <a:extLst>
                    <a:ext uri="{FF2B5EF4-FFF2-40B4-BE49-F238E27FC236}">
                      <a16:creationId xmlns:a16="http://schemas.microsoft.com/office/drawing/2014/main" id="{DDF76CE9-725C-A891-90E5-71DC290E62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50207" r="52577"/>
                <a:stretch>
                  <a:fillRect/>
                </a:stretch>
              </p:blipFill>
              <p:spPr>
                <a:xfrm>
                  <a:off x="831958" y="330200"/>
                  <a:ext cx="2803793" cy="3414793"/>
                </a:xfrm>
                <a:prstGeom prst="rect">
                  <a:avLst/>
                </a:prstGeom>
              </p:spPr>
            </p:pic>
          </p:grp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651B796-00AD-4CE7-6AA6-7436EC5AE920}"/>
                  </a:ext>
                </a:extLst>
              </p:cNvPr>
              <p:cNvSpPr/>
              <p:nvPr/>
            </p:nvSpPr>
            <p:spPr>
              <a:xfrm>
                <a:off x="8395854" y="514353"/>
                <a:ext cx="2531679" cy="95614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B03D9E8-C4C3-3598-132C-39B3606E7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3390" y="1470501"/>
              <a:ext cx="465301" cy="713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D92B22-C206-67E1-6521-92D15260C62C}"/>
                </a:ext>
              </a:extLst>
            </p:cNvPr>
            <p:cNvSpPr txBox="1"/>
            <p:nvPr/>
          </p:nvSpPr>
          <p:spPr>
            <a:xfrm>
              <a:off x="10322450" y="1172795"/>
              <a:ext cx="640455" cy="312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ECN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4AFF59-C1FD-C236-3928-0DBC6AF0A963}"/>
                </a:ext>
              </a:extLst>
            </p:cNvPr>
            <p:cNvSpPr txBox="1"/>
            <p:nvPr/>
          </p:nvSpPr>
          <p:spPr>
            <a:xfrm>
              <a:off x="10193529" y="2076237"/>
              <a:ext cx="7340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MPFC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2B8851A-5F45-7A49-23EC-B191C4E3D727}"/>
              </a:ext>
            </a:extLst>
          </p:cNvPr>
          <p:cNvGrpSpPr/>
          <p:nvPr/>
        </p:nvGrpSpPr>
        <p:grpSpPr>
          <a:xfrm>
            <a:off x="1148073" y="1124646"/>
            <a:ext cx="3098800" cy="5192334"/>
            <a:chOff x="1148073" y="1124646"/>
            <a:chExt cx="3098800" cy="5192334"/>
          </a:xfrm>
        </p:grpSpPr>
        <p:pic>
          <p:nvPicPr>
            <p:cNvPr id="7" name="Picture 6" descr="A graph with green dots&#10;&#10;AI-generated content may be incorrect.">
              <a:extLst>
                <a:ext uri="{FF2B5EF4-FFF2-40B4-BE49-F238E27FC236}">
                  <a16:creationId xmlns:a16="http://schemas.microsoft.com/office/drawing/2014/main" id="{161CDD69-F9E0-3F9A-6D73-5927D47BA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306" b="6804"/>
            <a:stretch>
              <a:fillRect/>
            </a:stretch>
          </p:blipFill>
          <p:spPr>
            <a:xfrm>
              <a:off x="1148073" y="3624438"/>
              <a:ext cx="3098800" cy="2692542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2C3AD4E-4F90-020A-D9F4-98B628944A3C}"/>
                </a:ext>
              </a:extLst>
            </p:cNvPr>
            <p:cNvGrpSpPr/>
            <p:nvPr/>
          </p:nvGrpSpPr>
          <p:grpSpPr>
            <a:xfrm>
              <a:off x="1617691" y="1124646"/>
              <a:ext cx="2609285" cy="956148"/>
              <a:chOff x="3485285" y="2955404"/>
              <a:chExt cx="2609285" cy="95614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6A6DD06-495A-6469-7034-C8D9F69DD3BD}"/>
                  </a:ext>
                </a:extLst>
              </p:cNvPr>
              <p:cNvGrpSpPr/>
              <p:nvPr/>
            </p:nvGrpSpPr>
            <p:grpSpPr>
              <a:xfrm>
                <a:off x="3557808" y="3005302"/>
                <a:ext cx="2416272" cy="906250"/>
                <a:chOff x="3557807" y="2946447"/>
                <a:chExt cx="2573193" cy="965105"/>
              </a:xfrm>
            </p:grpSpPr>
            <p:pic>
              <p:nvPicPr>
                <p:cNvPr id="30" name="Picture 29" descr="A group of brain images&#10;&#10;AI-generated content may be incorrect.">
                  <a:extLst>
                    <a:ext uri="{FF2B5EF4-FFF2-40B4-BE49-F238E27FC236}">
                      <a16:creationId xmlns:a16="http://schemas.microsoft.com/office/drawing/2014/main" id="{E65E66BF-C789-E2C6-C30F-79ABFBE38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t="12196" b="47150"/>
                <a:stretch>
                  <a:fillRect/>
                </a:stretch>
              </p:blipFill>
              <p:spPr>
                <a:xfrm>
                  <a:off x="4353494" y="2980903"/>
                  <a:ext cx="1777506" cy="838201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group of brain images&#10;&#10;AI-generated content may be incorrect.">
                  <a:extLst>
                    <a:ext uri="{FF2B5EF4-FFF2-40B4-BE49-F238E27FC236}">
                      <a16:creationId xmlns:a16="http://schemas.microsoft.com/office/drawing/2014/main" id="{5340BE1B-4586-1658-BB3E-AF88D4BDB5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t="53191" r="55236"/>
                <a:stretch>
                  <a:fillRect/>
                </a:stretch>
              </p:blipFill>
              <p:spPr>
                <a:xfrm>
                  <a:off x="3557807" y="2946447"/>
                  <a:ext cx="795687" cy="965105"/>
                </a:xfrm>
                <a:prstGeom prst="rect">
                  <a:avLst/>
                </a:prstGeom>
              </p:spPr>
            </p:pic>
          </p:grp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76C42B1-584B-C36A-003B-9B9DF1A85421}"/>
                  </a:ext>
                </a:extLst>
              </p:cNvPr>
              <p:cNvSpPr/>
              <p:nvPr/>
            </p:nvSpPr>
            <p:spPr>
              <a:xfrm>
                <a:off x="3485285" y="2955404"/>
                <a:ext cx="2531679" cy="95614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266518-83B0-7788-BEB8-78549835392D}"/>
                  </a:ext>
                </a:extLst>
              </p:cNvPr>
              <p:cNvSpPr txBox="1"/>
              <p:nvPr/>
            </p:nvSpPr>
            <p:spPr>
              <a:xfrm>
                <a:off x="5454115" y="3594932"/>
                <a:ext cx="640455" cy="312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DMN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69F1B0C-6A25-DD4A-7C7E-F27D545CE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3774" t="11624" r="613" b="47471"/>
            <a:stretch>
              <a:fillRect/>
            </a:stretch>
          </p:blipFill>
          <p:spPr>
            <a:xfrm>
              <a:off x="1900325" y="2108592"/>
              <a:ext cx="1744148" cy="1488048"/>
            </a:xfrm>
            <a:prstGeom prst="rect">
              <a:avLst/>
            </a:prstGeom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812BEE3-BF97-9C23-0F2E-952E9B507C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1408" y="2076237"/>
              <a:ext cx="388842" cy="5572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0E7FA3C-9E73-0FF8-0FEE-267E7365C31D}"/>
                </a:ext>
              </a:extLst>
            </p:cNvPr>
            <p:cNvSpPr txBox="1"/>
            <p:nvPr/>
          </p:nvSpPr>
          <p:spPr>
            <a:xfrm>
              <a:off x="3634182" y="2544839"/>
              <a:ext cx="56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ACC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39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(Jen) Yang</dc:creator>
  <cp:lastModifiedBy>Yi (Jen) Yang</cp:lastModifiedBy>
  <cp:revision>2</cp:revision>
  <dcterms:created xsi:type="dcterms:W3CDTF">2025-06-26T21:09:57Z</dcterms:created>
  <dcterms:modified xsi:type="dcterms:W3CDTF">2025-06-26T21:42:59Z</dcterms:modified>
</cp:coreProperties>
</file>