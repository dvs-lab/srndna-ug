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59436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6"/>
  </p:normalViewPr>
  <p:slideViewPr>
    <p:cSldViewPr snapToGrid="0">
      <p:cViewPr varScale="1">
        <p:scale>
          <a:sx n="64" d="100"/>
          <a:sy n="64" d="100"/>
        </p:scale>
        <p:origin x="3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795781"/>
            <a:ext cx="5052060" cy="3820160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5763261"/>
            <a:ext cx="4457700" cy="2649219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6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4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2735583"/>
            <a:ext cx="5126355" cy="4564379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7343143"/>
            <a:ext cx="5126355" cy="2400299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82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0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2921000"/>
            <a:ext cx="252603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2921000"/>
            <a:ext cx="252603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584202"/>
            <a:ext cx="5126355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2689861"/>
            <a:ext cx="2514421" cy="131825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4008120"/>
            <a:ext cx="2514421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2689861"/>
            <a:ext cx="2526804" cy="131825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4008120"/>
            <a:ext cx="2526804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48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9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32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731520"/>
            <a:ext cx="1916966" cy="256032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1579882"/>
            <a:ext cx="3008948" cy="7797800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3291840"/>
            <a:ext cx="1916966" cy="6098541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8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731520"/>
            <a:ext cx="1916966" cy="256032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1579882"/>
            <a:ext cx="3008948" cy="7797800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3291840"/>
            <a:ext cx="1916966" cy="6098541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69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1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584200"/>
            <a:ext cx="1281589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584200"/>
            <a:ext cx="3770471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9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584202"/>
            <a:ext cx="5126355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2921000"/>
            <a:ext cx="5126355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10170162"/>
            <a:ext cx="133731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EEDA9-C331-E245-A6FD-51F10FE17A10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10170162"/>
            <a:ext cx="2005965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10170162"/>
            <a:ext cx="133731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C1A8E-EA8A-0C4D-9EFE-5DAE429AD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9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840DC11-3A3F-E466-09F7-FE553367D236}"/>
              </a:ext>
            </a:extLst>
          </p:cNvPr>
          <p:cNvGrpSpPr/>
          <p:nvPr/>
        </p:nvGrpSpPr>
        <p:grpSpPr>
          <a:xfrm>
            <a:off x="299273" y="173113"/>
            <a:ext cx="5345053" cy="10626574"/>
            <a:chOff x="7945129" y="514353"/>
            <a:chExt cx="3098800" cy="6160767"/>
          </a:xfrm>
        </p:grpSpPr>
        <p:pic>
          <p:nvPicPr>
            <p:cNvPr id="5" name="Picture 4" descr="A graph with blue lines and white text&#10;&#10;AI-generated content may be incorrect.">
              <a:extLst>
                <a:ext uri="{FF2B5EF4-FFF2-40B4-BE49-F238E27FC236}">
                  <a16:creationId xmlns:a16="http://schemas.microsoft.com/office/drawing/2014/main" id="{8E1F1354-03B7-0056-73F3-8D875AC84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83" b="2566"/>
            <a:stretch>
              <a:fillRect/>
            </a:stretch>
          </p:blipFill>
          <p:spPr>
            <a:xfrm>
              <a:off x="7945129" y="3086100"/>
              <a:ext cx="3098800" cy="3589020"/>
            </a:xfrm>
            <a:prstGeom prst="rect">
              <a:avLst/>
            </a:prstGeom>
          </p:spPr>
        </p:pic>
        <p:pic>
          <p:nvPicPr>
            <p:cNvPr id="6" name="Picture 5" descr="A close-up of a brain&#10;&#10;AI-generated content may be incorrect.">
              <a:extLst>
                <a:ext uri="{FF2B5EF4-FFF2-40B4-BE49-F238E27FC236}">
                  <a16:creationId xmlns:a16="http://schemas.microsoft.com/office/drawing/2014/main" id="{0C789904-56BC-DE2F-05E6-1B0C86E71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5457" t="10580" b="44235"/>
            <a:stretch>
              <a:fillRect/>
            </a:stretch>
          </p:blipFill>
          <p:spPr>
            <a:xfrm>
              <a:off x="8449381" y="1484858"/>
              <a:ext cx="1744148" cy="1675984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B1F725-0FBD-C7A2-20A5-6E1724EC4DF8}"/>
                </a:ext>
              </a:extLst>
            </p:cNvPr>
            <p:cNvGrpSpPr/>
            <p:nvPr/>
          </p:nvGrpSpPr>
          <p:grpSpPr>
            <a:xfrm>
              <a:off x="8395854" y="514353"/>
              <a:ext cx="2531679" cy="956148"/>
              <a:chOff x="8395854" y="514353"/>
              <a:chExt cx="2531679" cy="95614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EE07EE-0246-15D3-1B8C-0B5384F1DEA0}"/>
                  </a:ext>
                </a:extLst>
              </p:cNvPr>
              <p:cNvGrpSpPr/>
              <p:nvPr/>
            </p:nvGrpSpPr>
            <p:grpSpPr>
              <a:xfrm>
                <a:off x="8502474" y="528710"/>
                <a:ext cx="2336059" cy="927433"/>
                <a:chOff x="831958" y="330200"/>
                <a:chExt cx="8601328" cy="3414793"/>
              </a:xfrm>
            </p:grpSpPr>
            <p:pic>
              <p:nvPicPr>
                <p:cNvPr id="13" name="Picture 12" descr="A group of blue and white brain images&#10;&#10;AI-generated content may be incorrect.">
                  <a:extLst>
                    <a:ext uri="{FF2B5EF4-FFF2-40B4-BE49-F238E27FC236}">
                      <a16:creationId xmlns:a16="http://schemas.microsoft.com/office/drawing/2014/main" id="{9D5C3C4A-F258-34EC-3B97-61C5E8ECFF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11299" b="48192"/>
                <a:stretch>
                  <a:fillRect/>
                </a:stretch>
              </p:blipFill>
              <p:spPr>
                <a:xfrm>
                  <a:off x="3520900" y="650929"/>
                  <a:ext cx="5912386" cy="2778072"/>
                </a:xfrm>
                <a:prstGeom prst="rect">
                  <a:avLst/>
                </a:prstGeom>
              </p:spPr>
            </p:pic>
            <p:pic>
              <p:nvPicPr>
                <p:cNvPr id="14" name="Picture 13" descr="A group of blue and white brain images&#10;&#10;AI-generated content may be incorrect.">
                  <a:extLst>
                    <a:ext uri="{FF2B5EF4-FFF2-40B4-BE49-F238E27FC236}">
                      <a16:creationId xmlns:a16="http://schemas.microsoft.com/office/drawing/2014/main" id="{24F1009E-8F68-3250-626D-F62818F854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50207" r="52577"/>
                <a:stretch>
                  <a:fillRect/>
                </a:stretch>
              </p:blipFill>
              <p:spPr>
                <a:xfrm>
                  <a:off x="831958" y="330200"/>
                  <a:ext cx="2803793" cy="3414793"/>
                </a:xfrm>
                <a:prstGeom prst="rect">
                  <a:avLst/>
                </a:prstGeom>
              </p:spPr>
            </p:pic>
          </p:grp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14D5D62-09F4-AD22-E56A-95865790A230}"/>
                  </a:ext>
                </a:extLst>
              </p:cNvPr>
              <p:cNvSpPr/>
              <p:nvPr/>
            </p:nvSpPr>
            <p:spPr>
              <a:xfrm>
                <a:off x="8395854" y="514353"/>
                <a:ext cx="2531679" cy="95614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6906412-4B95-A658-2095-B849462F55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3390" y="1470501"/>
              <a:ext cx="465301" cy="7130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20E4E2-A710-0EAC-43F1-98BD426D139B}"/>
                </a:ext>
              </a:extLst>
            </p:cNvPr>
            <p:cNvSpPr txBox="1"/>
            <p:nvPr/>
          </p:nvSpPr>
          <p:spPr>
            <a:xfrm>
              <a:off x="10322450" y="1172795"/>
              <a:ext cx="640455" cy="1700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ECN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F066669-3F84-D60E-7083-FE92C90128C2}"/>
                </a:ext>
              </a:extLst>
            </p:cNvPr>
            <p:cNvSpPr txBox="1"/>
            <p:nvPr/>
          </p:nvSpPr>
          <p:spPr>
            <a:xfrm>
              <a:off x="10193529" y="2076237"/>
              <a:ext cx="734004" cy="1700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MPFC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4270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(Jen) Yang</dc:creator>
  <cp:lastModifiedBy>Yi (Jen) Yang</cp:lastModifiedBy>
  <cp:revision>1</cp:revision>
  <dcterms:created xsi:type="dcterms:W3CDTF">2025-06-26T21:52:50Z</dcterms:created>
  <dcterms:modified xsi:type="dcterms:W3CDTF">2025-06-26T21:54:56Z</dcterms:modified>
</cp:coreProperties>
</file>