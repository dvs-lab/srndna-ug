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59436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4"/>
    <p:restoredTop sz="94646"/>
  </p:normalViewPr>
  <p:slideViewPr>
    <p:cSldViewPr snapToGrid="0">
      <p:cViewPr varScale="1">
        <p:scale>
          <a:sx n="77" d="100"/>
          <a:sy n="77" d="100"/>
        </p:scale>
        <p:origin x="3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496484"/>
            <a:ext cx="5052060" cy="3183467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4802717"/>
            <a:ext cx="4457700" cy="2207683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3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8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2279653"/>
            <a:ext cx="5126355" cy="3803649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6119286"/>
            <a:ext cx="5126355" cy="2000249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82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2434167"/>
            <a:ext cx="252603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2434167"/>
            <a:ext cx="252603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6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86835"/>
            <a:ext cx="512635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2241551"/>
            <a:ext cx="2514421" cy="109854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3340100"/>
            <a:ext cx="251442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2241551"/>
            <a:ext cx="2526804" cy="109854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3340100"/>
            <a:ext cx="2526804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7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83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6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609600"/>
            <a:ext cx="1916966" cy="213360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1316568"/>
            <a:ext cx="3008948" cy="6498167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743200"/>
            <a:ext cx="1916966" cy="5082117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4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609600"/>
            <a:ext cx="1916966" cy="213360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1316568"/>
            <a:ext cx="3008948" cy="6498167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743200"/>
            <a:ext cx="1916966" cy="5082117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2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7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486833"/>
            <a:ext cx="1281589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486833"/>
            <a:ext cx="3770471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58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486835"/>
            <a:ext cx="512635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2434167"/>
            <a:ext cx="512635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8475136"/>
            <a:ext cx="133731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B826B-3682-294A-9D8F-A2581B6DAFF6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8475136"/>
            <a:ext cx="200596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8475136"/>
            <a:ext cx="133731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80E21-3A0C-E84C-9B7D-0455E8B2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0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9A2C5C1-B35C-0F89-71F3-5C3B75B1DDAD}"/>
              </a:ext>
            </a:extLst>
          </p:cNvPr>
          <p:cNvGrpSpPr/>
          <p:nvPr/>
        </p:nvGrpSpPr>
        <p:grpSpPr>
          <a:xfrm>
            <a:off x="401681" y="265521"/>
            <a:ext cx="5140238" cy="8612957"/>
            <a:chOff x="1148073" y="1124646"/>
            <a:chExt cx="3098800" cy="5192334"/>
          </a:xfrm>
        </p:grpSpPr>
        <p:pic>
          <p:nvPicPr>
            <p:cNvPr id="16" name="Picture 15" descr="A graph with green dots&#10;&#10;AI-generated content may be incorrect.">
              <a:extLst>
                <a:ext uri="{FF2B5EF4-FFF2-40B4-BE49-F238E27FC236}">
                  <a16:creationId xmlns:a16="http://schemas.microsoft.com/office/drawing/2014/main" id="{4639B60C-4FAC-BA43-967B-B07413EBC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306" b="6804"/>
            <a:stretch>
              <a:fillRect/>
            </a:stretch>
          </p:blipFill>
          <p:spPr>
            <a:xfrm>
              <a:off x="1148073" y="3624438"/>
              <a:ext cx="3098800" cy="2692542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71AF5AA-25CF-7BE1-4798-596716C112F7}"/>
                </a:ext>
              </a:extLst>
            </p:cNvPr>
            <p:cNvGrpSpPr/>
            <p:nvPr/>
          </p:nvGrpSpPr>
          <p:grpSpPr>
            <a:xfrm>
              <a:off x="1617691" y="1124646"/>
              <a:ext cx="2531679" cy="956148"/>
              <a:chOff x="3485285" y="2955404"/>
              <a:chExt cx="2531679" cy="95614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467AB5FB-A49B-AA62-F7C7-D08E1205A578}"/>
                  </a:ext>
                </a:extLst>
              </p:cNvPr>
              <p:cNvGrpSpPr/>
              <p:nvPr/>
            </p:nvGrpSpPr>
            <p:grpSpPr>
              <a:xfrm>
                <a:off x="3557808" y="3005302"/>
                <a:ext cx="2416272" cy="906250"/>
                <a:chOff x="3557807" y="2946447"/>
                <a:chExt cx="2573193" cy="965105"/>
              </a:xfrm>
            </p:grpSpPr>
            <p:pic>
              <p:nvPicPr>
                <p:cNvPr id="24" name="Picture 23" descr="A group of brain images&#10;&#10;AI-generated content may be incorrect.">
                  <a:extLst>
                    <a:ext uri="{FF2B5EF4-FFF2-40B4-BE49-F238E27FC236}">
                      <a16:creationId xmlns:a16="http://schemas.microsoft.com/office/drawing/2014/main" id="{16B47AD6-F607-6B42-9EF4-18D2E37093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12196" b="47150"/>
                <a:stretch>
                  <a:fillRect/>
                </a:stretch>
              </p:blipFill>
              <p:spPr>
                <a:xfrm>
                  <a:off x="4353494" y="2980903"/>
                  <a:ext cx="1777506" cy="838201"/>
                </a:xfrm>
                <a:prstGeom prst="rect">
                  <a:avLst/>
                </a:prstGeom>
              </p:spPr>
            </p:pic>
            <p:pic>
              <p:nvPicPr>
                <p:cNvPr id="25" name="Picture 24" descr="A group of brain images&#10;&#10;AI-generated content may be incorrect.">
                  <a:extLst>
                    <a:ext uri="{FF2B5EF4-FFF2-40B4-BE49-F238E27FC236}">
                      <a16:creationId xmlns:a16="http://schemas.microsoft.com/office/drawing/2014/main" id="{33631260-3993-2CC0-A266-FA1115B160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53191" r="55236"/>
                <a:stretch>
                  <a:fillRect/>
                </a:stretch>
              </p:blipFill>
              <p:spPr>
                <a:xfrm>
                  <a:off x="3557807" y="2946447"/>
                  <a:ext cx="795687" cy="965105"/>
                </a:xfrm>
                <a:prstGeom prst="rect">
                  <a:avLst/>
                </a:prstGeom>
              </p:spPr>
            </p:pic>
          </p:grp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38E343D-BADD-2870-1728-1BCD57051534}"/>
                  </a:ext>
                </a:extLst>
              </p:cNvPr>
              <p:cNvSpPr/>
              <p:nvPr/>
            </p:nvSpPr>
            <p:spPr>
              <a:xfrm>
                <a:off x="3485285" y="2955404"/>
                <a:ext cx="2531679" cy="956148"/>
              </a:xfrm>
              <a:prstGeom prst="roundRect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kern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0CA7AA-EC7F-2215-E3C9-1A3323E29A2B}"/>
                  </a:ext>
                </a:extLst>
              </p:cNvPr>
              <p:cNvSpPr txBox="1"/>
              <p:nvPr/>
            </p:nvSpPr>
            <p:spPr>
              <a:xfrm>
                <a:off x="5512067" y="3644761"/>
                <a:ext cx="388842" cy="204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/>
                <a:r>
                  <a:rPr lang="en-US" sz="1600" kern="0" dirty="0">
                    <a:solidFill>
                      <a:prstClr val="black"/>
                    </a:solidFill>
                  </a:rPr>
                  <a:t>DMN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3DD91D4-10CA-1F8E-5F7A-A41AF26E1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774" t="11624" r="613" b="47471"/>
            <a:stretch>
              <a:fillRect/>
            </a:stretch>
          </p:blipFill>
          <p:spPr>
            <a:xfrm>
              <a:off x="1900325" y="2108592"/>
              <a:ext cx="1744148" cy="1488048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14C05D1-AB13-4FD7-92E3-4E15F32C9D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1408" y="2076237"/>
              <a:ext cx="388842" cy="557275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5B40B04-AEDF-0E62-4C47-75F7CB50499A}"/>
                </a:ext>
              </a:extLst>
            </p:cNvPr>
            <p:cNvSpPr txBox="1"/>
            <p:nvPr/>
          </p:nvSpPr>
          <p:spPr>
            <a:xfrm>
              <a:off x="3634182" y="2544839"/>
              <a:ext cx="560320" cy="204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en-US" sz="1600" kern="0" dirty="0">
                  <a:solidFill>
                    <a:prstClr val="black"/>
                  </a:solidFill>
                </a:rPr>
                <a:t>ACC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051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(Jen) Yang</dc:creator>
  <cp:lastModifiedBy>Yi (Jen) Yang</cp:lastModifiedBy>
  <cp:revision>1</cp:revision>
  <cp:lastPrinted>2025-06-26T21:45:24Z</cp:lastPrinted>
  <dcterms:created xsi:type="dcterms:W3CDTF">2025-06-26T21:44:47Z</dcterms:created>
  <dcterms:modified xsi:type="dcterms:W3CDTF">2025-06-26T21:47:37Z</dcterms:modified>
</cp:coreProperties>
</file>